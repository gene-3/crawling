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영화 키워드 감성 추천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Letterboxd 리뷰 4천만 건 기반 · LSTM 감성 분류 · Wilson 랭킹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</a:rPr>
              <a:t>AI 서비스 프로그래밍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22503110159  김광진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2026. 07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기존 서비스와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새 서비스 설계 방향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데이터 수집 (크롤링)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LSTM 감성 분류 모델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73152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097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188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키워드 인덱스 사전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19456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서비스 데모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38328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38328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66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성능 비교 (v1 / v2 / v3)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57200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572000"/>
            <a:ext cx="73152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발생한 문제와 해결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기존 서비스와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9202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텍스트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192024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234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BGE-M3
임베딩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188720"/>
            <a:ext cx="192024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234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FAISS
벡터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188720"/>
            <a:ext cx="192024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188720"/>
            <a:ext cx="192024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234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GRU
감성 필터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188720"/>
            <a:ext cx="19202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188720"/>
            <a:ext cx="19202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234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결과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기존 서비스 처리 흐름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35661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356616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743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⚠  GRU 모델의 역할 불분명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246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벡터 검색이 이미 의미 유사 영화를 찾으므로
감성 필터의 실질적 개선 효과가 미미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743200"/>
            <a:ext cx="35661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2743200"/>
            <a:ext cx="356616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743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⚠  입력 의존적 검색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246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자유 텍스트 입력 → 쿼리 품질에 결과가 크게 좌우됨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743200"/>
            <a:ext cx="35661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743200"/>
            <a:ext cx="356616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743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⚠  교수님 피드백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246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"GRU 모델이 굳이 필요한가?" — 의미 검색과 감성 필터의
역할 분리가 불명확하다는 지적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</a:rPr>
              <a:t>→ 모델이 '핵심'이 되는 새 서비스로 방향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새 서비스 설계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8BDF8"/>
                </a:solidFill>
              </a:rPr>
              <a:t>키워드 선택 → LSTM 사전 계산 인덱스 → Wilson 랭킹 →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286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286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장르 + 키워드
선택 (UI)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286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2860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keyword_index.pkl
(사전 계산)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286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2860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Wilson
하한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45920"/>
            <a:ext cx="2286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2860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91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영화 추천
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73152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LSTM이 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감성 분류 자체가 서비스 가치
(키워드 긍정/부정 맥락 판별)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1089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108960"/>
            <a:ext cx="73152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런타임 효율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인덱스 사전 계산 → 요청마다
모델 재추론 없음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089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108960"/>
            <a:ext cx="73152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Wilson 랭킹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소표본 과대평가 방지
(3/3=100% &lt; 30/34=88%)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1089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3108960"/>
            <a:ext cx="73152" cy="2011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AND 다중 키워드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여러 키워드 교집합 검색
(minimum Wilson score)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데이터 수집 (크롤링)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Phase 1 — 영화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도구: undetected-chromedriver
• Letterboxd 연도별 인기 400편 × 66년
• 총 대상: ~25,000편
• 봇 탐지 우회: Chrome 패치 드라이버
• 수집 항목: 영화 제목, 연도,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57607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Phase 2 — 리뷰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도구: curl_cffi AsyncSession (비동기)
• 각 영화 리뷰 페이지 순회
• TLS 핑거프린트 위장으로 봇 차단 우회
• 수집 결과:
  - 리뷰 건수: 40,217,722 건
  - 영화 수:   ~18,000 편
  - 저장: SQLite (텍스트) + pickle (메타)
  - DB 크기: ~12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크롤러 핵심 설계:  Rate-limit 준수 (per-domain sleep) · 재시도 로직 · 한국어 리뷰 필터링(CJK 제외)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LSTM 감성 분류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30,001 ×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10512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73152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56231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SpatialDropout1D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47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drop=0.15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237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15184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15184"/>
            <a:ext cx="73152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6090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523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64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284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19856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19856"/>
            <a:ext cx="73152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6557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570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32 · ReLU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33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24528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24528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7024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Dropout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3616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0.20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937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457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73152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74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166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1 · Sigmoid → 긍정 확률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005840"/>
            <a:ext cx="60350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학습 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데이터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508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500,000 × 2 클래스 (v3)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평점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8470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긍정 8~9점 / 부정 2~3점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MAX_LEN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185415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80 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Optimizer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5237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Adam (lr=0.001)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862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binary_crossentropy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Early Stop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200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patience=3, restore_best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3749039"/>
            <a:ext cx="60350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3794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설계 선택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251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GRU → LSTM: TF2.20 GRU 학습 불가 버그
  (loss 0.693 고착) → LSTM으로 교체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754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SpatialDropout1D: 채널 단위 dropout으로
  임베딩 과적합 억제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257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리뷰 전문 학습: 문장 단위 노이즈 제거
  (라벨=전체 평점이 문장 단위와 불일치)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키워드 인덱스 사전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상위 3,000편
리뷰 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005840"/>
            <a:ext cx="1920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005840"/>
            <a:ext cx="192024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051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키워드 포함
문장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005840"/>
            <a:ext cx="1920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005840"/>
            <a:ext cx="19202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051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LSTM 배치
추론 (512)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005840"/>
            <a:ext cx="1920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005840"/>
            <a:ext cx="19202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051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긍정/부정
카운트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005840"/>
            <a:ext cx="19202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00584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051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장르 분류
+ PKL 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출력 파일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keyword_index.pkl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9718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키워드 → 영화별 {pos, neg, total, ratio, examples}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genre_map.pkl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7947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장르 → 영화 목록 + 인기 키워드 Top-N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73152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movie_meta.pkl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6177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영화 제목, 연도, 리뷰 수 메타데이터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소요 시간: 상위 3,000편 처리 기준 30~60분 (CPU)  ·  런타임: pkl 로드만 (≈ 0.1초)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 서비스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4A3B8"/>
                </a:solidFill>
              </a:rPr>
              <a:t>[ 시연 영상 / 스크린샷 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943600"/>
            <a:ext cx="1920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장르 사이드바 (8개)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5943600"/>
            <a:ext cx="1920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26개 키워드 버튼 (4 카테고리)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943600"/>
            <a:ext cx="1920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AND 다중 키워드 검색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5943600"/>
            <a:ext cx="1920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9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Wilson 점수 + 긍정 비율 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19" y="5943600"/>
            <a:ext cx="1920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59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리뷰 예시 (긍/부정)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 성능 비교 (v1 / v2 / v3)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3385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버전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학습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10241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평점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024128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024128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Recall(+)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024128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Recall(-)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024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특이사항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3385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916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691639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80k 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16916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9~10 / 1~2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9163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69163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0.746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9163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0.856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69163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부정 편향 (recall 격차 0.11)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31720"/>
            <a:ext cx="113385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7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468879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80k ×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46887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8~9 / 2~3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6887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84%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46887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0.853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468879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0.830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46887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균형 개선, 절대 정확도 동일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08960"/>
            <a:ext cx="113385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246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2461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500k ×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39" y="3246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8~9 / 2~3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246120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84%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46120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0.84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246120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0.84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246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완벽 균형 달성 (배포 모델)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69080"/>
            <a:ext cx="113385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526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v1 → v2: 평점 기준 완화(극단 제거)로 부정 편향 해소. 정확도 천장은 동일 (아키텍처 한계).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v2 → v3: 500k×2로 증량 → recall 완전 균형 달성. 문장 단위 추론 일반화 안정.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3버전 모두 84% — 이진 감성 분류 기준으로 충분한 성능. 추가 개선은 트랜스포머 모델 필요.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발생한 문제와 해결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2286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GRU 학습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문제: TensorFlow 2.20 + Keras 3 환경에서
loss 0.693에 고착 (gradient 미전달)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해결: LSTM으로 교체 → 정상 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문장 단위 레이블 노이즈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문제: 문장 추출 후 리뷰 전체 평점을
레이블로 사용 → 불일치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해결: 리뷰 전문으로 학습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73152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소표본 랭킹 왜곡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문제: 3/3=100%가 30/34=88% 위에 표시
→ 소표본 영화가 상위 독점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해결: Wilson 하한 적용
(z=1.96, 95% 신뢰구간)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4864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73152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scary 장르 오분류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문제: 'love is scary', 'scary good' 같은
관용구로 로맨스 → Horror 오분류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해결: 장르 분류 키워드에서만 제외
(서비스 클릭 키워드는 유지)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Letterboxd 4천만 리뷰 · undetected-chromedriver + curl_cffi 이중 크롤러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745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7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LSTM 이진 분류 · 84% accuracy · 긍/부정 recall 완벽 균형 (v3)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인덱스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37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오프라인 사전 계산 · 런타임 모델 추론 없음 · 빠른 서비스 응답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79"/>
            <a:ext cx="112745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69079"/>
            <a:ext cx="73152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랭킹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Wilson 신뢰구간 하한 · 소표본 과대평가 방지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74552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074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장르 × 키워드 AND 검색 · 26개 키워드 · 긍정 비율 바 + 리뷰 예시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감사합니다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